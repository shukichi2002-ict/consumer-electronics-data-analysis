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1E0FA-CA18-425C-6913-F65F119D5E63}" v="48" dt="2026-03-19T16:37:35.376"/>
    <p1510:client id="{E968B8E6-82B5-A1EC-9B5C-89F533BE2645}" v="9" dt="2026-03-19T16:41:4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부푸옹우이(학부생-지능형ICT융합전공)" userId="S::shukichi2002@kookmin.kr::56855ef0-597e-4ce3-ac90-b7d12d3fbeea" providerId="AD" clId="Web-{E968B8E6-82B5-A1EC-9B5C-89F533BE2645}"/>
    <pc:docChg chg="modSld">
      <pc:chgData name="부푸옹우이(학부생-지능형ICT융합전공)" userId="S::shukichi2002@kookmin.kr::56855ef0-597e-4ce3-ac90-b7d12d3fbeea" providerId="AD" clId="Web-{E968B8E6-82B5-A1EC-9B5C-89F533BE2645}" dt="2026-03-19T16:41:49.667" v="10" actId="20577"/>
      <pc:docMkLst>
        <pc:docMk/>
      </pc:docMkLst>
      <pc:sldChg chg="modSp">
        <pc:chgData name="부푸옹우이(학부생-지능형ICT융합전공)" userId="S::shukichi2002@kookmin.kr::56855ef0-597e-4ce3-ac90-b7d12d3fbeea" providerId="AD" clId="Web-{E968B8E6-82B5-A1EC-9B5C-89F533BE2645}" dt="2026-03-19T16:41:00.651" v="2" actId="20577"/>
        <pc:sldMkLst>
          <pc:docMk/>
          <pc:sldMk cId="2972325995" sldId="258"/>
        </pc:sldMkLst>
        <pc:spChg chg="mod">
          <ac:chgData name="부푸옹우이(학부생-지능형ICT융합전공)" userId="S::shukichi2002@kookmin.kr::56855ef0-597e-4ce3-ac90-b7d12d3fbeea" providerId="AD" clId="Web-{E968B8E6-82B5-A1EC-9B5C-89F533BE2645}" dt="2026-03-19T16:41:00.651" v="2" actId="20577"/>
          <ac:spMkLst>
            <pc:docMk/>
            <pc:sldMk cId="2972325995" sldId="258"/>
            <ac:spMk id="5" creationId="{ABED7340-76B2-8A2C-03DE-19B430BB5D43}"/>
          </ac:spMkLst>
        </pc:spChg>
      </pc:sldChg>
      <pc:sldChg chg="modSp">
        <pc:chgData name="부푸옹우이(학부생-지능형ICT융합전공)" userId="S::shukichi2002@kookmin.kr::56855ef0-597e-4ce3-ac90-b7d12d3fbeea" providerId="AD" clId="Web-{E968B8E6-82B5-A1EC-9B5C-89F533BE2645}" dt="2026-03-19T16:41:49.667" v="10" actId="20577"/>
        <pc:sldMkLst>
          <pc:docMk/>
          <pc:sldMk cId="3460330567" sldId="260"/>
        </pc:sldMkLst>
        <pc:spChg chg="mod">
          <ac:chgData name="부푸옹우이(학부생-지능형ICT융합전공)" userId="S::shukichi2002@kookmin.kr::56855ef0-597e-4ce3-ac90-b7d12d3fbeea" providerId="AD" clId="Web-{E968B8E6-82B5-A1EC-9B5C-89F533BE2645}" dt="2026-03-19T16:41:49.667" v="10" actId="20577"/>
          <ac:spMkLst>
            <pc:docMk/>
            <pc:sldMk cId="3460330567" sldId="260"/>
            <ac:spMk id="3" creationId="{75589767-DCDE-AFC7-4638-533DC051B68C}"/>
          </ac:spMkLst>
        </pc:spChg>
      </pc:sldChg>
    </pc:docChg>
  </pc:docChgLst>
  <pc:docChgLst>
    <pc:chgData name="부푸옹우이(학부생-지능형ICT융합전공)" userId="S::shukichi2002@kookmin.kr::56855ef0-597e-4ce3-ac90-b7d12d3fbeea" providerId="AD" clId="Web-{53E1E0FA-CA18-425C-6913-F65F119D5E63}"/>
    <pc:docChg chg="addSld modSld addMainMaster delMainMaster">
      <pc:chgData name="부푸옹우이(학부생-지능형ICT융합전공)" userId="S::shukichi2002@kookmin.kr::56855ef0-597e-4ce3-ac90-b7d12d3fbeea" providerId="AD" clId="Web-{53E1E0FA-CA18-425C-6913-F65F119D5E63}" dt="2026-03-19T16:38:03.236" v="55"/>
      <pc:docMkLst>
        <pc:docMk/>
      </pc:docMkLst>
      <pc:sldChg chg="addSp modSp mod setBg modClrScheme chgLayout">
        <pc:chgData name="부푸옹우이(학부생-지능형ICT융합전공)" userId="S::shukichi2002@kookmin.kr::56855ef0-597e-4ce3-ac90-b7d12d3fbeea" providerId="AD" clId="Web-{53E1E0FA-CA18-425C-6913-F65F119D5E63}" dt="2026-03-19T16:12:28.249" v="9" actId="20577"/>
        <pc:sldMkLst>
          <pc:docMk/>
          <pc:sldMk cId="2567927505" sldId="256"/>
        </pc:sldMkLst>
        <pc:spChg chg="mod">
          <ac:chgData name="부푸옹우이(학부생-지능형ICT융합전공)" userId="S::shukichi2002@kookmin.kr::56855ef0-597e-4ce3-ac90-b7d12d3fbeea" providerId="AD" clId="Web-{53E1E0FA-CA18-425C-6913-F65F119D5E63}" dt="2026-03-19T16:11:36.462" v="2"/>
          <ac:spMkLst>
            <pc:docMk/>
            <pc:sldMk cId="2567927505" sldId="256"/>
            <ac:spMk id="2" creationId="{00000000-0000-0000-0000-000000000000}"/>
          </ac:spMkLst>
        </pc:spChg>
        <pc:spChg chg="mod">
          <ac:chgData name="부푸옹우이(학부생-지능형ICT융합전공)" userId="S::shukichi2002@kookmin.kr::56855ef0-597e-4ce3-ac90-b7d12d3fbeea" providerId="AD" clId="Web-{53E1E0FA-CA18-425C-6913-F65F119D5E63}" dt="2026-03-19T16:12:28.249" v="9" actId="20577"/>
          <ac:spMkLst>
            <pc:docMk/>
            <pc:sldMk cId="2567927505" sldId="256"/>
            <ac:spMk id="3" creationId="{00000000-0000-0000-0000-000000000000}"/>
          </ac:spMkLst>
        </pc:spChg>
        <pc:spChg chg="add">
          <ac:chgData name="부푸옹우이(학부생-지능형ICT융합전공)" userId="S::shukichi2002@kookmin.kr::56855ef0-597e-4ce3-ac90-b7d12d3fbeea" providerId="AD" clId="Web-{53E1E0FA-CA18-425C-6913-F65F119D5E63}" dt="2026-03-19T16:11:36.462" v="2"/>
          <ac:spMkLst>
            <pc:docMk/>
            <pc:sldMk cId="2567927505" sldId="256"/>
            <ac:spMk id="9" creationId="{33E93247-6229-44AB-A550-739E971E690B}"/>
          </ac:spMkLst>
        </pc:spChg>
        <pc:picChg chg="add">
          <ac:chgData name="부푸옹우이(학부생-지능형ICT융합전공)" userId="S::shukichi2002@kookmin.kr::56855ef0-597e-4ce3-ac90-b7d12d3fbeea" providerId="AD" clId="Web-{53E1E0FA-CA18-425C-6913-F65F119D5E63}" dt="2026-03-19T16:11:36.462" v="2"/>
          <ac:picMkLst>
            <pc:docMk/>
            <pc:sldMk cId="2567927505" sldId="256"/>
            <ac:picMk id="4" creationId="{F56D5038-B9CF-FC26-8EB8-9C6B5D2BA98A}"/>
          </ac:picMkLst>
        </pc:picChg>
        <pc:cxnChg chg="add">
          <ac:chgData name="부푸옹우이(학부생-지능형ICT융합전공)" userId="S::shukichi2002@kookmin.kr::56855ef0-597e-4ce3-ac90-b7d12d3fbeea" providerId="AD" clId="Web-{53E1E0FA-CA18-425C-6913-F65F119D5E63}" dt="2026-03-19T16:11:36.462" v="2"/>
          <ac:cxnSpMkLst>
            <pc:docMk/>
            <pc:sldMk cId="2567927505" sldId="256"/>
            <ac:cxnSpMk id="11" creationId="{EE2E603F-4A95-4FE8-BB06-211DFD75DBEF}"/>
          </ac:cxnSpMkLst>
        </pc:cxnChg>
        <pc:cxnChg chg="add">
          <ac:chgData name="부푸옹우이(학부생-지능형ICT융합전공)" userId="S::shukichi2002@kookmin.kr::56855ef0-597e-4ce3-ac90-b7d12d3fbeea" providerId="AD" clId="Web-{53E1E0FA-CA18-425C-6913-F65F119D5E63}" dt="2026-03-19T16:11:36.462" v="2"/>
          <ac:cxnSpMkLst>
            <pc:docMk/>
            <pc:sldMk cId="2567927505" sldId="256"/>
            <ac:cxnSpMk id="13" creationId="{2CF06E40-3ECB-4820-95B5-8A70B07D4B47}"/>
          </ac:cxnSpMkLst>
        </pc:cxnChg>
      </pc:sldChg>
      <pc:sldChg chg="addSp delSp modSp new mod setBg">
        <pc:chgData name="부푸옹우이(학부생-지능형ICT융합전공)" userId="S::shukichi2002@kookmin.kr::56855ef0-597e-4ce3-ac90-b7d12d3fbeea" providerId="AD" clId="Web-{53E1E0FA-CA18-425C-6913-F65F119D5E63}" dt="2026-03-19T16:17:47.689" v="20"/>
        <pc:sldMkLst>
          <pc:docMk/>
          <pc:sldMk cId="2891385099" sldId="257"/>
        </pc:sldMkLst>
        <pc:spChg chg="mod">
          <ac:chgData name="부푸옹우이(학부생-지능형ICT융합전공)" userId="S::shukichi2002@kookmin.kr::56855ef0-597e-4ce3-ac90-b7d12d3fbeea" providerId="AD" clId="Web-{53E1E0FA-CA18-425C-6913-F65F119D5E63}" dt="2026-03-19T16:17:47.689" v="20"/>
          <ac:spMkLst>
            <pc:docMk/>
            <pc:sldMk cId="2891385099" sldId="257"/>
            <ac:spMk id="2" creationId="{B66A164A-5518-7CFB-EE62-59E5FFCE4252}"/>
          </ac:spMkLst>
        </pc:spChg>
        <pc:spChg chg="del">
          <ac:chgData name="부푸옹우이(학부생-지능형ICT융합전공)" userId="S::shukichi2002@kookmin.kr::56855ef0-597e-4ce3-ac90-b7d12d3fbeea" providerId="AD" clId="Web-{53E1E0FA-CA18-425C-6913-F65F119D5E63}" dt="2026-03-19T16:15:28.043" v="12"/>
          <ac:spMkLst>
            <pc:docMk/>
            <pc:sldMk cId="2891385099" sldId="257"/>
            <ac:spMk id="3" creationId="{DC14C978-2593-849E-BDAE-B73FC19F627E}"/>
          </ac:spMkLst>
        </pc:spChg>
        <pc:spChg chg="add del mod">
          <ac:chgData name="부푸옹우이(학부생-지능형ICT융합전공)" userId="S::shukichi2002@kookmin.kr::56855ef0-597e-4ce3-ac90-b7d12d3fbeea" providerId="AD" clId="Web-{53E1E0FA-CA18-425C-6913-F65F119D5E63}" dt="2026-03-19T16:15:58.138" v="16"/>
          <ac:spMkLst>
            <pc:docMk/>
            <pc:sldMk cId="2891385099" sldId="257"/>
            <ac:spMk id="5" creationId="{A4ECBFA5-CA36-789C-414E-C4C684428C45}"/>
          </ac:spMkLst>
        </pc:spChg>
        <pc:spChg chg="add mod">
          <ac:chgData name="부푸옹우이(학부생-지능형ICT융합전공)" userId="S::shukichi2002@kookmin.kr::56855ef0-597e-4ce3-ac90-b7d12d3fbeea" providerId="AD" clId="Web-{53E1E0FA-CA18-425C-6913-F65F119D5E63}" dt="2026-03-19T16:17:47.689" v="20"/>
          <ac:spMkLst>
            <pc:docMk/>
            <pc:sldMk cId="2891385099" sldId="257"/>
            <ac:spMk id="6" creationId="{6F9C2DE1-0D80-030D-8B67-9E5D475313A6}"/>
          </ac:spMkLst>
        </pc:spChg>
        <pc:spChg chg="add">
          <ac:chgData name="부푸옹우이(학부생-지능형ICT융합전공)" userId="S::shukichi2002@kookmin.kr::56855ef0-597e-4ce3-ac90-b7d12d3fbeea" providerId="AD" clId="Web-{53E1E0FA-CA18-425C-6913-F65F119D5E63}" dt="2026-03-19T16:17:47.689" v="20"/>
          <ac:spMkLst>
            <pc:docMk/>
            <pc:sldMk cId="2891385099" sldId="257"/>
            <ac:spMk id="11" creationId="{E49D7415-2F11-44C2-B6AA-13A25B6814B9}"/>
          </ac:spMkLst>
        </pc:spChg>
        <pc:picChg chg="add mod ord">
          <ac:chgData name="부푸옹우이(학부생-지능형ICT융합전공)" userId="S::shukichi2002@kookmin.kr::56855ef0-597e-4ce3-ac90-b7d12d3fbeea" providerId="AD" clId="Web-{53E1E0FA-CA18-425C-6913-F65F119D5E63}" dt="2026-03-19T16:17:47.689" v="20"/>
          <ac:picMkLst>
            <pc:docMk/>
            <pc:sldMk cId="2891385099" sldId="257"/>
            <ac:picMk id="4" creationId="{BF0E1CCE-E3D2-C405-4E4F-070D49B33000}"/>
          </ac:picMkLst>
        </pc:picChg>
        <pc:cxnChg chg="add">
          <ac:chgData name="부푸옹우이(학부생-지능형ICT융합전공)" userId="S::shukichi2002@kookmin.kr::56855ef0-597e-4ce3-ac90-b7d12d3fbeea" providerId="AD" clId="Web-{53E1E0FA-CA18-425C-6913-F65F119D5E63}" dt="2026-03-19T16:17:47.689" v="20"/>
          <ac:cxnSpMkLst>
            <pc:docMk/>
            <pc:sldMk cId="2891385099" sldId="257"/>
            <ac:cxnSpMk id="13" creationId="{D2E57F3D-33BE-4306-87E6-245763719516}"/>
          </ac:cxnSpMkLst>
        </pc:cxnChg>
      </pc:sldChg>
      <pc:sldChg chg="addSp delSp modSp new mod setBg">
        <pc:chgData name="부푸옹우이(학부생-지능형ICT융합전공)" userId="S::shukichi2002@kookmin.kr::56855ef0-597e-4ce3-ac90-b7d12d3fbeea" providerId="AD" clId="Web-{53E1E0FA-CA18-425C-6913-F65F119D5E63}" dt="2026-03-19T16:21:48.479" v="34"/>
        <pc:sldMkLst>
          <pc:docMk/>
          <pc:sldMk cId="2972325995" sldId="258"/>
        </pc:sldMkLst>
        <pc:spChg chg="mod">
          <ac:chgData name="부푸옹우이(학부생-지능형ICT융합전공)" userId="S::shukichi2002@kookmin.kr::56855ef0-597e-4ce3-ac90-b7d12d3fbeea" providerId="AD" clId="Web-{53E1E0FA-CA18-425C-6913-F65F119D5E63}" dt="2026-03-19T16:21:48.479" v="34"/>
          <ac:spMkLst>
            <pc:docMk/>
            <pc:sldMk cId="2972325995" sldId="258"/>
            <ac:spMk id="2" creationId="{D657C99D-9FF7-E88C-5550-ED157BA1A64A}"/>
          </ac:spMkLst>
        </pc:spChg>
        <pc:spChg chg="del">
          <ac:chgData name="부푸옹우이(학부생-지능형ICT융합전공)" userId="S::shukichi2002@kookmin.kr::56855ef0-597e-4ce3-ac90-b7d12d3fbeea" providerId="AD" clId="Web-{53E1E0FA-CA18-425C-6913-F65F119D5E63}" dt="2026-03-19T16:18:59.632" v="22"/>
          <ac:spMkLst>
            <pc:docMk/>
            <pc:sldMk cId="2972325995" sldId="258"/>
            <ac:spMk id="3" creationId="{1A858C40-766B-42E2-C3BC-15B9C41FDB78}"/>
          </ac:spMkLst>
        </pc:spChg>
        <pc:spChg chg="add mod">
          <ac:chgData name="부푸옹우이(학부생-지능형ICT융합전공)" userId="S::shukichi2002@kookmin.kr::56855ef0-597e-4ce3-ac90-b7d12d3fbeea" providerId="AD" clId="Web-{53E1E0FA-CA18-425C-6913-F65F119D5E63}" dt="2026-03-19T16:21:48.479" v="34"/>
          <ac:spMkLst>
            <pc:docMk/>
            <pc:sldMk cId="2972325995" sldId="258"/>
            <ac:spMk id="5" creationId="{ABED7340-76B2-8A2C-03DE-19B430BB5D43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21:16.791" v="28"/>
          <ac:spMkLst>
            <pc:docMk/>
            <pc:sldMk cId="2972325995" sldId="258"/>
            <ac:spMk id="10" creationId="{E49D7415-2F11-44C2-B6AA-13A25B6814B9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21:48.479" v="34"/>
          <ac:spMkLst>
            <pc:docMk/>
            <pc:sldMk cId="2972325995" sldId="258"/>
            <ac:spMk id="15" creationId="{E49D7415-2F11-44C2-B6AA-13A25B6814B9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21:48.464" v="33"/>
          <ac:spMkLst>
            <pc:docMk/>
            <pc:sldMk cId="2972325995" sldId="258"/>
            <ac:spMk id="21" creationId="{E49D7415-2F11-44C2-B6AA-13A25B6814B9}"/>
          </ac:spMkLst>
        </pc:spChg>
        <pc:spChg chg="add">
          <ac:chgData name="부푸옹우이(학부생-지능형ICT융합전공)" userId="S::shukichi2002@kookmin.kr::56855ef0-597e-4ce3-ac90-b7d12d3fbeea" providerId="AD" clId="Web-{53E1E0FA-CA18-425C-6913-F65F119D5E63}" dt="2026-03-19T16:21:48.479" v="34"/>
          <ac:spMkLst>
            <pc:docMk/>
            <pc:sldMk cId="2972325995" sldId="258"/>
            <ac:spMk id="27" creationId="{E49D7415-2F11-44C2-B6AA-13A25B6814B9}"/>
          </ac:spMkLst>
        </pc:spChg>
        <pc:picChg chg="add mod ord">
          <ac:chgData name="부푸옹우이(학부생-지능형ICT융합전공)" userId="S::shukichi2002@kookmin.kr::56855ef0-597e-4ce3-ac90-b7d12d3fbeea" providerId="AD" clId="Web-{53E1E0FA-CA18-425C-6913-F65F119D5E63}" dt="2026-03-19T16:21:48.479" v="34"/>
          <ac:picMkLst>
            <pc:docMk/>
            <pc:sldMk cId="2972325995" sldId="258"/>
            <ac:picMk id="4" creationId="{1C65576D-6D41-69AA-E196-BD39361F7235}"/>
          </ac:picMkLst>
        </pc:picChg>
        <pc:cxnChg chg="add del">
          <ac:chgData name="부푸옹우이(학부생-지능형ICT융합전공)" userId="S::shukichi2002@kookmin.kr::56855ef0-597e-4ce3-ac90-b7d12d3fbeea" providerId="AD" clId="Web-{53E1E0FA-CA18-425C-6913-F65F119D5E63}" dt="2026-03-19T16:21:16.791" v="28"/>
          <ac:cxnSpMkLst>
            <pc:docMk/>
            <pc:sldMk cId="2972325995" sldId="258"/>
            <ac:cxnSpMk id="12" creationId="{D2E57F3D-33BE-4306-87E6-245763719516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1:48.479" v="34"/>
          <ac:cxnSpMkLst>
            <pc:docMk/>
            <pc:sldMk cId="2972325995" sldId="258"/>
            <ac:cxnSpMk id="14" creationId="{B810270D-76A7-44B3-9746-7EDF5788602E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1:48.479" v="34"/>
          <ac:cxnSpMkLst>
            <pc:docMk/>
            <pc:sldMk cId="2972325995" sldId="258"/>
            <ac:cxnSpMk id="16" creationId="{511FC409-B3C2-4F68-865C-C5333D6F2710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1:48.464" v="33"/>
          <ac:cxnSpMkLst>
            <pc:docMk/>
            <pc:sldMk cId="2972325995" sldId="258"/>
            <ac:cxnSpMk id="23" creationId="{511FC409-B3C2-4F68-865C-C5333D6F2710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1:48.464" v="33"/>
          <ac:cxnSpMkLst>
            <pc:docMk/>
            <pc:sldMk cId="2972325995" sldId="258"/>
            <ac:cxnSpMk id="25" creationId="{B810270D-76A7-44B3-9746-7EDF5788602E}"/>
          </ac:cxnSpMkLst>
        </pc:cxnChg>
        <pc:cxnChg chg="add">
          <ac:chgData name="부푸옹우이(학부생-지능형ICT융합전공)" userId="S::shukichi2002@kookmin.kr::56855ef0-597e-4ce3-ac90-b7d12d3fbeea" providerId="AD" clId="Web-{53E1E0FA-CA18-425C-6913-F65F119D5E63}" dt="2026-03-19T16:21:48.479" v="34"/>
          <ac:cxnSpMkLst>
            <pc:docMk/>
            <pc:sldMk cId="2972325995" sldId="258"/>
            <ac:cxnSpMk id="28" creationId="{511FC409-B3C2-4F68-865C-C5333D6F2710}"/>
          </ac:cxnSpMkLst>
        </pc:cxnChg>
        <pc:cxnChg chg="add">
          <ac:chgData name="부푸옹우이(학부생-지능형ICT융합전공)" userId="S::shukichi2002@kookmin.kr::56855ef0-597e-4ce3-ac90-b7d12d3fbeea" providerId="AD" clId="Web-{53E1E0FA-CA18-425C-6913-F65F119D5E63}" dt="2026-03-19T16:21:48.479" v="34"/>
          <ac:cxnSpMkLst>
            <pc:docMk/>
            <pc:sldMk cId="2972325995" sldId="258"/>
            <ac:cxnSpMk id="29" creationId="{B810270D-76A7-44B3-9746-7EDF5788602E}"/>
          </ac:cxnSpMkLst>
        </pc:cxnChg>
      </pc:sldChg>
      <pc:sldChg chg="addSp delSp modSp new mod setBg setClrOvrMap">
        <pc:chgData name="부푸옹우이(학부생-지능형ICT융합전공)" userId="S::shukichi2002@kookmin.kr::56855ef0-597e-4ce3-ac90-b7d12d3fbeea" providerId="AD" clId="Web-{53E1E0FA-CA18-425C-6913-F65F119D5E63}" dt="2026-03-19T16:27:22.068" v="50" actId="14100"/>
        <pc:sldMkLst>
          <pc:docMk/>
          <pc:sldMk cId="3921485544" sldId="259"/>
        </pc:sldMkLst>
        <pc:spChg chg="mod">
          <ac:chgData name="부푸옹우이(학부생-지능형ICT융합전공)" userId="S::shukichi2002@kookmin.kr::56855ef0-597e-4ce3-ac90-b7d12d3fbeea" providerId="AD" clId="Web-{53E1E0FA-CA18-425C-6913-F65F119D5E63}" dt="2026-03-19T16:27:02.004" v="47"/>
          <ac:spMkLst>
            <pc:docMk/>
            <pc:sldMk cId="3921485544" sldId="259"/>
            <ac:spMk id="2" creationId="{CA0DE78E-BD11-4864-1C51-B6BEB074211E}"/>
          </ac:spMkLst>
        </pc:spChg>
        <pc:spChg chg="del">
          <ac:chgData name="부푸옹우이(학부생-지능형ICT융합전공)" userId="S::shukichi2002@kookmin.kr::56855ef0-597e-4ce3-ac90-b7d12d3fbeea" providerId="AD" clId="Web-{53E1E0FA-CA18-425C-6913-F65F119D5E63}" dt="2026-03-19T16:23:06.497" v="37"/>
          <ac:spMkLst>
            <pc:docMk/>
            <pc:sldMk cId="3921485544" sldId="259"/>
            <ac:spMk id="3" creationId="{BCF640A8-A7BD-02A0-6579-5EDFAC64C781}"/>
          </ac:spMkLst>
        </pc:spChg>
        <pc:spChg chg="add mod">
          <ac:chgData name="부푸옹우이(학부생-지능형ICT융합전공)" userId="S::shukichi2002@kookmin.kr::56855ef0-597e-4ce3-ac90-b7d12d3fbeea" providerId="AD" clId="Web-{53E1E0FA-CA18-425C-6913-F65F119D5E63}" dt="2026-03-19T16:27:02.004" v="47"/>
          <ac:spMkLst>
            <pc:docMk/>
            <pc:sldMk cId="3921485544" sldId="259"/>
            <ac:spMk id="5" creationId="{61000646-320F-569E-2A00-4167724EB6F6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23:20.966" v="39"/>
          <ac:spMkLst>
            <pc:docMk/>
            <pc:sldMk cId="3921485544" sldId="259"/>
            <ac:spMk id="13" creationId="{33E93247-6229-44AB-A550-739E971E690B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27:02.004" v="47"/>
          <ac:spMkLst>
            <pc:docMk/>
            <pc:sldMk cId="3921485544" sldId="259"/>
            <ac:spMk id="20" creationId="{33E93247-6229-44AB-A550-739E971E690B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27:02.004" v="47"/>
          <ac:spMkLst>
            <pc:docMk/>
            <pc:sldMk cId="3921485544" sldId="259"/>
            <ac:spMk id="21" creationId="{A5D67320-FCFD-4931-AAF7-C6C853329C7F}"/>
          </ac:spMkLst>
        </pc:spChg>
        <pc:spChg chg="add">
          <ac:chgData name="부푸옹우이(학부생-지능형ICT융합전공)" userId="S::shukichi2002@kookmin.kr::56855ef0-597e-4ce3-ac90-b7d12d3fbeea" providerId="AD" clId="Web-{53E1E0FA-CA18-425C-6913-F65F119D5E63}" dt="2026-03-19T16:27:02.004" v="47"/>
          <ac:spMkLst>
            <pc:docMk/>
            <pc:sldMk cId="3921485544" sldId="259"/>
            <ac:spMk id="26" creationId="{E49D7415-2F11-44C2-B6AA-13A25B6814B9}"/>
          </ac:spMkLst>
        </pc:spChg>
        <pc:picChg chg="add mod ord">
          <ac:chgData name="부푸옹우이(학부생-지능형ICT융합전공)" userId="S::shukichi2002@kookmin.kr::56855ef0-597e-4ce3-ac90-b7d12d3fbeea" providerId="AD" clId="Web-{53E1E0FA-CA18-425C-6913-F65F119D5E63}" dt="2026-03-19T16:27:22.068" v="50" actId="14100"/>
          <ac:picMkLst>
            <pc:docMk/>
            <pc:sldMk cId="3921485544" sldId="259"/>
            <ac:picMk id="4" creationId="{AF141D50-AFC9-E53C-D0AA-ED62F1608E38}"/>
          </ac:picMkLst>
        </pc:picChg>
        <pc:cxnChg chg="add del">
          <ac:chgData name="부푸옹우이(학부생-지능형ICT융합전공)" userId="S::shukichi2002@kookmin.kr::56855ef0-597e-4ce3-ac90-b7d12d3fbeea" providerId="AD" clId="Web-{53E1E0FA-CA18-425C-6913-F65F119D5E63}" dt="2026-03-19T16:23:20.966" v="39"/>
          <ac:cxnSpMkLst>
            <pc:docMk/>
            <pc:sldMk cId="3921485544" sldId="259"/>
            <ac:cxnSpMk id="9" creationId="{F64F9B95-9045-48D2-B9F3-2927E98F54AA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3:20.966" v="39"/>
          <ac:cxnSpMkLst>
            <pc:docMk/>
            <pc:sldMk cId="3921485544" sldId="259"/>
            <ac:cxnSpMk id="11" creationId="{085AA86F-6A4D-4BCB-A045-D992CDC2959B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3:20.966" v="39"/>
          <ac:cxnSpMkLst>
            <pc:docMk/>
            <pc:sldMk cId="3921485544" sldId="259"/>
            <ac:cxnSpMk id="15" creationId="{EE2E603F-4A95-4FE8-BB06-211DFD75DBEF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7:02.004" v="47"/>
          <ac:cxnSpMkLst>
            <pc:docMk/>
            <pc:sldMk cId="3921485544" sldId="259"/>
            <ac:cxnSpMk id="17" creationId="{EE2E603F-4A95-4FE8-BB06-211DFD75DBEF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7:02.004" v="47"/>
          <ac:cxnSpMkLst>
            <pc:docMk/>
            <pc:sldMk cId="3921485544" sldId="259"/>
            <ac:cxnSpMk id="18" creationId="{F64F9B95-9045-48D2-B9F3-2927E98F54AA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27:02.004" v="47"/>
          <ac:cxnSpMkLst>
            <pc:docMk/>
            <pc:sldMk cId="3921485544" sldId="259"/>
            <ac:cxnSpMk id="19" creationId="{085AA86F-6A4D-4BCB-A045-D992CDC2959B}"/>
          </ac:cxnSpMkLst>
        </pc:cxnChg>
        <pc:cxnChg chg="add">
          <ac:chgData name="부푸옹우이(학부생-지능형ICT융합전공)" userId="S::shukichi2002@kookmin.kr::56855ef0-597e-4ce3-ac90-b7d12d3fbeea" providerId="AD" clId="Web-{53E1E0FA-CA18-425C-6913-F65F119D5E63}" dt="2026-03-19T16:27:02.004" v="47"/>
          <ac:cxnSpMkLst>
            <pc:docMk/>
            <pc:sldMk cId="3921485544" sldId="259"/>
            <ac:cxnSpMk id="28" creationId="{4583FD9E-C5A7-96F7-951D-7D292013CD58}"/>
          </ac:cxnSpMkLst>
        </pc:cxnChg>
      </pc:sldChg>
      <pc:sldChg chg="addSp delSp modSp new mod setBg">
        <pc:chgData name="부푸옹우이(학부생-지능형ICT융합전공)" userId="S::shukichi2002@kookmin.kr::56855ef0-597e-4ce3-ac90-b7d12d3fbeea" providerId="AD" clId="Web-{53E1E0FA-CA18-425C-6913-F65F119D5E63}" dt="2026-03-19T16:38:03.236" v="55"/>
        <pc:sldMkLst>
          <pc:docMk/>
          <pc:sldMk cId="3460330567" sldId="260"/>
        </pc:sldMkLst>
        <pc:spChg chg="mod">
          <ac:chgData name="부푸옹우이(학부생-지능형ICT융합전공)" userId="S::shukichi2002@kookmin.kr::56855ef0-597e-4ce3-ac90-b7d12d3fbeea" providerId="AD" clId="Web-{53E1E0FA-CA18-425C-6913-F65F119D5E63}" dt="2026-03-19T16:38:03.236" v="55"/>
          <ac:spMkLst>
            <pc:docMk/>
            <pc:sldMk cId="3460330567" sldId="260"/>
            <ac:spMk id="2" creationId="{DC7BEF63-D004-55AC-CC7B-6A0BEC56E6B6}"/>
          </ac:spMkLst>
        </pc:spChg>
        <pc:spChg chg="mod ord">
          <ac:chgData name="부푸옹우이(학부생-지능형ICT융합전공)" userId="S::shukichi2002@kookmin.kr::56855ef0-597e-4ce3-ac90-b7d12d3fbeea" providerId="AD" clId="Web-{53E1E0FA-CA18-425C-6913-F65F119D5E63}" dt="2026-03-19T16:38:03.236" v="55"/>
          <ac:spMkLst>
            <pc:docMk/>
            <pc:sldMk cId="3460330567" sldId="260"/>
            <ac:spMk id="3" creationId="{75589767-DCDE-AFC7-4638-533DC051B68C}"/>
          </ac:spMkLst>
        </pc:spChg>
        <pc:spChg chg="add del">
          <ac:chgData name="부푸옹우이(학부생-지능형ICT융합전공)" userId="S::shukichi2002@kookmin.kr::56855ef0-597e-4ce3-ac90-b7d12d3fbeea" providerId="AD" clId="Web-{53E1E0FA-CA18-425C-6913-F65F119D5E63}" dt="2026-03-19T16:38:03.236" v="54"/>
          <ac:spMkLst>
            <pc:docMk/>
            <pc:sldMk cId="3460330567" sldId="260"/>
            <ac:spMk id="9" creationId="{660EB578-C970-4186-B93C-45851BBC6E34}"/>
          </ac:spMkLst>
        </pc:spChg>
        <pc:spChg chg="add">
          <ac:chgData name="부푸옹우이(학부생-지능형ICT융합전공)" userId="S::shukichi2002@kookmin.kr::56855ef0-597e-4ce3-ac90-b7d12d3fbeea" providerId="AD" clId="Web-{53E1E0FA-CA18-425C-6913-F65F119D5E63}" dt="2026-03-19T16:38:03.236" v="55"/>
          <ac:spMkLst>
            <pc:docMk/>
            <pc:sldMk cId="3460330567" sldId="260"/>
            <ac:spMk id="15" creationId="{E49D7415-2F11-44C2-B6AA-13A25B6814B9}"/>
          </ac:spMkLst>
        </pc:spChg>
        <pc:picChg chg="add mod">
          <ac:chgData name="부푸옹우이(학부생-지능형ICT융합전공)" userId="S::shukichi2002@kookmin.kr::56855ef0-597e-4ce3-ac90-b7d12d3fbeea" providerId="AD" clId="Web-{53E1E0FA-CA18-425C-6913-F65F119D5E63}" dt="2026-03-19T16:38:03.236" v="55"/>
          <ac:picMkLst>
            <pc:docMk/>
            <pc:sldMk cId="3460330567" sldId="260"/>
            <ac:picMk id="4" creationId="{52E7C81E-EBA2-DDB9-D7B1-580F80A7099A}"/>
          </ac:picMkLst>
        </pc:picChg>
        <pc:cxnChg chg="add del">
          <ac:chgData name="부푸옹우이(학부생-지능형ICT융합전공)" userId="S::shukichi2002@kookmin.kr::56855ef0-597e-4ce3-ac90-b7d12d3fbeea" providerId="AD" clId="Web-{53E1E0FA-CA18-425C-6913-F65F119D5E63}" dt="2026-03-19T16:38:03.236" v="54"/>
          <ac:cxnSpMkLst>
            <pc:docMk/>
            <pc:sldMk cId="3460330567" sldId="260"/>
            <ac:cxnSpMk id="11" creationId="{CDF57B02-07BB-407B-BB36-06D9C64A673E}"/>
          </ac:cxnSpMkLst>
        </pc:cxnChg>
        <pc:cxnChg chg="add del">
          <ac:chgData name="부푸옹우이(학부생-지능형ICT융합전공)" userId="S::shukichi2002@kookmin.kr::56855ef0-597e-4ce3-ac90-b7d12d3fbeea" providerId="AD" clId="Web-{53E1E0FA-CA18-425C-6913-F65F119D5E63}" dt="2026-03-19T16:38:03.236" v="54"/>
          <ac:cxnSpMkLst>
            <pc:docMk/>
            <pc:sldMk cId="3460330567" sldId="260"/>
            <ac:cxnSpMk id="13" creationId="{C6855964-C920-48EB-8804-74291211C8A9}"/>
          </ac:cxnSpMkLst>
        </pc:cxnChg>
        <pc:cxnChg chg="add">
          <ac:chgData name="부푸옹우이(학부생-지능형ICT융합전공)" userId="S::shukichi2002@kookmin.kr::56855ef0-597e-4ce3-ac90-b7d12d3fbeea" providerId="AD" clId="Web-{53E1E0FA-CA18-425C-6913-F65F119D5E63}" dt="2026-03-19T16:38:03.236" v="55"/>
          <ac:cxnSpMkLst>
            <pc:docMk/>
            <pc:sldMk cId="3460330567" sldId="260"/>
            <ac:cxnSpMk id="16" creationId="{D2E57F3D-33BE-4306-87E6-245763719516}"/>
          </ac:cxnSpMkLst>
        </pc:cxnChg>
      </pc:sldChg>
      <pc:sldMasterChg chg="del delSldLayout">
        <pc:chgData name="부푸옹우이(학부생-지능형ICT융합전공)" userId="S::shukichi2002@kookmin.kr::56855ef0-597e-4ce3-ac90-b7d12d3fbeea" providerId="AD" clId="Web-{53E1E0FA-CA18-425C-6913-F65F119D5E63}" dt="2026-03-19T16:11:36.462" v="2"/>
        <pc:sldMasterMkLst>
          <pc:docMk/>
          <pc:sldMasterMk cId="3336428944" sldId="2147483648"/>
        </pc:sldMasterMkLst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3177509059" sldId="2147483649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4273931299" sldId="2147483650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3239344926" sldId="2147483651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71434891" sldId="2147483652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1695300783" sldId="2147483653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3013401316" sldId="2147483654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1438579405" sldId="2147483655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638026129" sldId="2147483656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3860145272" sldId="2147483657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2447484624" sldId="2147483658"/>
          </pc:sldLayoutMkLst>
        </pc:sldLayoutChg>
        <pc:sldLayoutChg chg="del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3336428944" sldId="2147483648"/>
            <pc:sldLayoutMk cId="95000003" sldId="2147483659"/>
          </pc:sldLayoutMkLst>
        </pc:sldLayoutChg>
      </pc:sldMasterChg>
      <pc:sldMasterChg chg="add addSldLayout">
        <pc:chgData name="부푸옹우이(학부생-지능형ICT융합전공)" userId="S::shukichi2002@kookmin.kr::56855ef0-597e-4ce3-ac90-b7d12d3fbeea" providerId="AD" clId="Web-{53E1E0FA-CA18-425C-6913-F65F119D5E63}" dt="2026-03-19T16:11:36.462" v="2"/>
        <pc:sldMasterMkLst>
          <pc:docMk/>
          <pc:sldMasterMk cId="808956136" sldId="2147483683"/>
        </pc:sldMasterMkLst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935692953" sldId="2147483672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2814280605" sldId="2147483673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2706218597" sldId="2147483674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2658285531" sldId="2147483675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3156271009" sldId="2147483676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1988263915" sldId="2147483677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4242259115" sldId="2147483678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1255804696" sldId="2147483679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387488485" sldId="2147483680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3637276117" sldId="2147483681"/>
          </pc:sldLayoutMkLst>
        </pc:sldLayoutChg>
        <pc:sldLayoutChg chg="add">
          <pc:chgData name="부푸옹우이(학부생-지능형ICT융합전공)" userId="S::shukichi2002@kookmin.kr::56855ef0-597e-4ce3-ac90-b7d12d3fbeea" providerId="AD" clId="Web-{53E1E0FA-CA18-425C-6913-F65F119D5E63}" dt="2026-03-19T16:11:36.462" v="2"/>
          <pc:sldLayoutMkLst>
            <pc:docMk/>
            <pc:sldMasterMk cId="808956136" sldId="2147483683"/>
            <pc:sldLayoutMk cId="420792218" sldId="214748368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5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0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7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7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9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8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1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8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6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95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vi-VN" sz="2200">
                <a:ea typeface="+mj-lt"/>
                <a:cs typeface="+mj-lt"/>
              </a:rPr>
              <a:t>Consumer Electronics Sales Analysis</a:t>
            </a:r>
            <a:endParaRPr lang="vi-VN" sz="2200"/>
          </a:p>
          <a:p>
            <a:pPr>
              <a:lnSpc>
                <a:spcPct val="104000"/>
              </a:lnSpc>
            </a:pPr>
            <a:endParaRPr lang="vi-VN" sz="2200"/>
          </a:p>
          <a:p>
            <a:pPr>
              <a:lnSpc>
                <a:spcPct val="104000"/>
              </a:lnSpc>
            </a:pPr>
            <a:r>
              <a:rPr lang="vi-VN" sz="2200">
                <a:ea typeface="+mj-lt"/>
                <a:cs typeface="+mj-lt"/>
              </a:rPr>
              <a:t>- Dataset: Electronics Sales (2019)</a:t>
            </a:r>
            <a:endParaRPr lang="vi-VN" sz="2200"/>
          </a:p>
          <a:p>
            <a:pPr>
              <a:lnSpc>
                <a:spcPct val="104000"/>
              </a:lnSpc>
            </a:pPr>
            <a:r>
              <a:rPr lang="vi-VN" sz="2200">
                <a:ea typeface="+mj-lt"/>
                <a:cs typeface="+mj-lt"/>
              </a:rPr>
              <a:t>- Tools: Python (Pandas, Matplotlib)</a:t>
            </a:r>
            <a:endParaRPr lang="vi-VN" sz="2200"/>
          </a:p>
          <a:p>
            <a:pPr>
              <a:lnSpc>
                <a:spcPct val="104000"/>
              </a:lnSpc>
            </a:pPr>
            <a:r>
              <a:rPr lang="vi-VN" sz="2200">
                <a:ea typeface="+mj-lt"/>
                <a:cs typeface="+mj-lt"/>
              </a:rPr>
              <a:t>- Objective: Analyze sales trends and demand patterns</a:t>
            </a:r>
            <a:endParaRPr lang="vi-VN" sz="220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vi-VN">
                <a:ea typeface="Source Sans Pro"/>
              </a:rPr>
              <a:t>VU PHUONG UY (</a:t>
            </a:r>
            <a:r>
              <a:rPr lang="ko-KR" altLang="vi-VN">
                <a:ea typeface="Source Sans Pro"/>
              </a:rPr>
              <a:t>부푸옹우이</a:t>
            </a:r>
            <a:r>
              <a:rPr lang="vi-VN" altLang="ko-KR">
                <a:ea typeface="Source Sans Pro"/>
              </a:rPr>
              <a:t>)</a:t>
            </a:r>
            <a:endParaRPr lang="ko-KR" altLang="vi-VN"/>
          </a:p>
        </p:txBody>
      </p:sp>
      <p:pic>
        <p:nvPicPr>
          <p:cNvPr id="4" name="Picture 3" descr="Digital financial graph">
            <a:extLst>
              <a:ext uri="{FF2B5EF4-FFF2-40B4-BE49-F238E27FC236}">
                <a16:creationId xmlns:a16="http://schemas.microsoft.com/office/drawing/2014/main" id="{F56D5038-B9CF-FC26-8EB8-9C6B5D2BA9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54" r="20745" b="-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B66A164A-5518-7CFB-EE62-59E5FFCE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/>
              <a:t>SALES TREND 📈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9C2DE1-0D80-030D-8B67-9E5D475313A6}"/>
              </a:ext>
            </a:extLst>
          </p:cNvPr>
          <p:cNvSpPr txBox="1"/>
          <p:nvPr/>
        </p:nvSpPr>
        <p:spPr>
          <a:xfrm>
            <a:off x="704088" y="2387600"/>
            <a:ext cx="3799763" cy="37673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Sales show a clear upward trend throughout the year, with a significant peak in November and December.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indicates strong seasonal demand driven by holiday shopping.</a:t>
            </a:r>
          </a:p>
        </p:txBody>
      </p:sp>
      <p:pic>
        <p:nvPicPr>
          <p:cNvPr id="4" name="Chỗ dành sẵn cho Nội dung 3" descr="Ảnh có chứa biểu đồ, hàng, Sơ đồ, văn bản&#10;&#10;Nội dung do AI tạo ra có thể không chính xác.">
            <a:extLst>
              <a:ext uri="{FF2B5EF4-FFF2-40B4-BE49-F238E27FC236}">
                <a16:creationId xmlns:a16="http://schemas.microsoft.com/office/drawing/2014/main" id="{BF0E1CCE-E3D2-C405-4E4F-070D49B33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826" r="2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8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657C99D-9FF7-E88C-5550-ED157BA1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/>
              <a:t>SALES BY CITY 🌍</a:t>
            </a:r>
          </a:p>
        </p:txBody>
      </p:sp>
      <p:pic>
        <p:nvPicPr>
          <p:cNvPr id="4" name="Chỗ dành sẵn cho Nội dung 3" descr="Ảnh có chứa văn bản, ảnh chụp màn hình, biểu đồ, Phông chữ&#10;&#10;Nội dung do AI tạo ra có thể không chính xác.">
            <a:extLst>
              <a:ext uri="{FF2B5EF4-FFF2-40B4-BE49-F238E27FC236}">
                <a16:creationId xmlns:a16="http://schemas.microsoft.com/office/drawing/2014/main" id="{1C65576D-6D41-69AA-E196-BD39361F7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345" r="1" b="6348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28" name="Straight Connector 2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ABED7340-76B2-8A2C-03DE-19B430BB5D43}"/>
              </a:ext>
            </a:extLst>
          </p:cNvPr>
          <p:cNvSpPr txBox="1"/>
          <p:nvPr/>
        </p:nvSpPr>
        <p:spPr>
          <a:xfrm>
            <a:off x="8652509" y="3359338"/>
            <a:ext cx="2843711" cy="28620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Major cities such as San Francisco, Los Angeles, and New York generate the highest sales.</a:t>
            </a:r>
            <a:br>
              <a:rPr lang="en-US" dirty="0"/>
            </a:br>
            <a:r>
              <a:rPr lang="en-US">
                <a:ea typeface="+mn-lt"/>
                <a:cs typeface="+mn-lt"/>
              </a:rPr>
              <a:t>San Francisco shows the highest sales among all cities.</a:t>
            </a:r>
            <a:endParaRPr lang="en-US" dirty="0">
              <a:ea typeface="Source Sans Pro"/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This highlights strong demand in urban areas.</a:t>
            </a:r>
          </a:p>
        </p:txBody>
      </p:sp>
    </p:spTree>
    <p:extLst>
      <p:ext uri="{BB962C8B-B14F-4D97-AF65-F5344CB8AC3E}">
        <p14:creationId xmlns:p14="http://schemas.microsoft.com/office/powerpoint/2010/main" val="297232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CA0DE78E-BD11-4864-1C51-B6BEB074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TOP PRODUCTS 📊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1000646-320F-569E-2A00-4167724EB6F6}"/>
              </a:ext>
            </a:extLst>
          </p:cNvPr>
          <p:cNvSpPr txBox="1"/>
          <p:nvPr/>
        </p:nvSpPr>
        <p:spPr>
          <a:xfrm>
            <a:off x="704088" y="2231136"/>
            <a:ext cx="5195889" cy="39319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Smartphones and accessories are the most frequently purchased products.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These products are key drivers of consumer electronics demand.</a:t>
            </a:r>
          </a:p>
        </p:txBody>
      </p:sp>
      <p:pic>
        <p:nvPicPr>
          <p:cNvPr id="4" name="Chỗ dành sẵn cho Nội dung 3" descr="Ảnh có chứa văn bản, ảnh chụp màn hình, Phông chữ, biểu đồ&#10;&#10;Nội dung do AI tạo ra có thể không chính xác.">
            <a:extLst>
              <a:ext uri="{FF2B5EF4-FFF2-40B4-BE49-F238E27FC236}">
                <a16:creationId xmlns:a16="http://schemas.microsoft.com/office/drawing/2014/main" id="{AF141D50-AFC9-E53C-D0AA-ED62F1608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3" b="2936"/>
          <a:stretch>
            <a:fillRect/>
          </a:stretch>
        </p:blipFill>
        <p:spPr>
          <a:xfrm>
            <a:off x="5568346" y="369893"/>
            <a:ext cx="6321559" cy="57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8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C7BEF63-D004-55AC-CC7B-6A0BEC56E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vi-VN" sz="3600">
                <a:ea typeface="+mj-lt"/>
                <a:cs typeface="+mj-lt"/>
              </a:rPr>
              <a:t>BUSINESS INSIGHT</a:t>
            </a:r>
            <a:endParaRPr lang="vi-VN" sz="3600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5589767-DCDE-AFC7-4638-533DC051B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lIns="109728" tIns="109728" rIns="109728" bIns="91440" anchor="t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vi-VN" sz="1700">
                <a:ea typeface="+mn-lt"/>
                <a:cs typeface="+mn-lt"/>
              </a:rPr>
              <a:t>Consumer electronics demand drives semiconductor industry growth.</a:t>
            </a:r>
            <a:br>
              <a:rPr lang="vi-VN" sz="1700" dirty="0">
                <a:ea typeface="+mn-lt"/>
                <a:cs typeface="+mn-lt"/>
              </a:rPr>
            </a:br>
            <a:r>
              <a:rPr lang="vi-VN" sz="1700">
                <a:ea typeface="+mn-lt"/>
                <a:cs typeface="+mn-lt"/>
              </a:rPr>
              <a:t>Electronics Demand (↑) → Semiconductor Demand (↑) → Memory Chips (DRAM, NAND)</a:t>
            </a:r>
            <a:endParaRPr lang="vi-VN" sz="1700">
              <a:ea typeface="Source Sans Pro"/>
            </a:endParaRPr>
          </a:p>
          <a:p>
            <a:pPr>
              <a:lnSpc>
                <a:spcPct val="110000"/>
              </a:lnSpc>
            </a:pPr>
            <a:endParaRPr lang="vi-VN" sz="1700"/>
          </a:p>
          <a:p>
            <a:pPr>
              <a:lnSpc>
                <a:spcPct val="110000"/>
              </a:lnSpc>
            </a:pPr>
            <a:r>
              <a:rPr lang="vi-VN" sz="1700">
                <a:ea typeface="+mn-lt"/>
                <a:cs typeface="+mn-lt"/>
              </a:rPr>
              <a:t>Increased demand for smartphones, laptops, and accessories leads to higher demand for memory chips such as DRAM and NAND, which are essential for modern computing and data processing.</a:t>
            </a:r>
            <a:br>
              <a:rPr lang="vi-VN" sz="1700" dirty="0">
                <a:ea typeface="+mn-lt"/>
                <a:cs typeface="+mn-lt"/>
              </a:rPr>
            </a:br>
            <a:endParaRPr lang="vi-VN" sz="1700"/>
          </a:p>
        </p:txBody>
      </p:sp>
      <p:pic>
        <p:nvPicPr>
          <p:cNvPr id="4" name="Hình ảnh 3" descr="Mobile Chip Challenges In The AI Era">
            <a:extLst>
              <a:ext uri="{FF2B5EF4-FFF2-40B4-BE49-F238E27FC236}">
                <a16:creationId xmlns:a16="http://schemas.microsoft.com/office/drawing/2014/main" id="{52E7C81E-EBA2-DDB9-D7B1-580F80A7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0" r="19687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305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Constanti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5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6" baseType="lpstr">
      <vt:lpstr>ChronicleVTI</vt:lpstr>
      <vt:lpstr>Consumer Electronics Sales Analysis  - Dataset: Electronics Sales (2019) - Tools: Python (Pandas, Matplotlib) - Objective: Analyze sales trends and demand patterns</vt:lpstr>
      <vt:lpstr>SALES TREND 📈</vt:lpstr>
      <vt:lpstr>SALES BY CITY 🌍</vt:lpstr>
      <vt:lpstr>TOP PRODUCTS 📊</vt:lpstr>
      <vt:lpstr>BUSINESS INSIGHT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2026-03-19T16:09:51Z</dcterms:created>
  <dcterms:modified xsi:type="dcterms:W3CDTF">2026-03-19T16:41:58Z</dcterms:modified>
</cp:coreProperties>
</file>